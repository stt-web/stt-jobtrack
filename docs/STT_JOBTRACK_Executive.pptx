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STT-JOBTRACK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ระบบบันทึกเวลาทำงานพนักงาน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Sutee Tankers and Special Trucks Co.,Ltd.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840480"/>
            <a:ext cx="19202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ฟรี 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3840480"/>
            <a:ext cx="19202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840480"/>
            <a:ext cx="19202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Cloud-Based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840480"/>
            <a:ext cx="19202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LINE Login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ปัญหาก่อนมีระบบ STT-JOBTRACK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บันทึกด้วยกระดาษ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ข้อมูลสูญหาย อ่านไม่ออก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 Backup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คำนวณชั่วโมงผิดพลาด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นับ OT ผิด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คำนวณเงินเดือนไม่ตรง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 Evidence งาน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ไม่รู้ว่าพนักงาน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ทำงานจริงหรือไม่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1148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ตรวจสอบย้อนหลังลำบาก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หาข้อมูลเก่าไม่ได้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รายงานไม่ได้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89120"/>
            <a:ext cx="85953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STT-JOBTRACK แก้ปัญหาเหล่านี้ทั้งหมด ด้วยต้นทุน 0 บาท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ระบบทำงานอย่างไร?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55448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" y="1554480"/>
            <a:ext cx="155448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เพิ่ม Job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1554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กรอกข้อมูลใน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สร้างอัตโนมัติ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55648" y="1005840"/>
            <a:ext cx="16459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777240"/>
            <a:ext cx="155448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777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1947672" y="1554480"/>
            <a:ext cx="155448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 QR หน้างาน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47672" y="2011680"/>
            <a:ext cx="1554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แต่ละใบผูกกับ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งานนั้น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โดยเฉพาะ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005840"/>
            <a:ext cx="16459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777240"/>
            <a:ext cx="1554480" cy="777240"/>
          </a:xfrm>
          <a:prstGeom prst="rect">
            <a:avLst/>
          </a:prstGeom>
          <a:solidFill>
            <a:srgbClr val="00872A"/>
          </a:solidFill>
          <a:ln w="12700">
            <a:solidFill>
              <a:srgbClr val="008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777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3712464" y="1554480"/>
            <a:ext cx="155448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12464" y="2011680"/>
            <a:ext cx="1554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 QR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 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กดเข้างาน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85232" y="1005840"/>
            <a:ext cx="16459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7256" y="777240"/>
            <a:ext cx="15544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777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5477256" y="1554480"/>
            <a:ext cx="155448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77256" y="2011680"/>
            <a:ext cx="1554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ถ่ายรูปงาน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กดออกงาน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คำนวณชม.อัตโนมัติ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50024" y="1005840"/>
            <a:ext cx="164592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42048" y="777240"/>
            <a:ext cx="155448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777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7242048" y="1554480"/>
            <a:ext cx="1554480" cy="4114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ข้อมูลลง Sheet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42048" y="2011680"/>
            <a:ext cx="1554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2011680"/>
            <a:ext cx="1554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บันทึกทันที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ดูได้เลย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ทั้งรูปและชั่วโมง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ข้อมูลเก็บแยกตามรอบเงินเดือน 26-25 อัตโนมัติ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611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บาท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ต้นทุน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0" y="356616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60320" y="3611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ภาษา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25603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รองรับ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63440" y="3611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66344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356616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66560" y="3611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7665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พนักงาน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872A"/>
          </a:solidFill>
          <a:ln w="12700">
            <a:solidFill>
              <a:srgbClr val="008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ข้อดีและข้อจำกัดของระบบ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solidFill>
            <a:srgbClr val="00872A"/>
          </a:solidFill>
          <a:ln w="12700">
            <a:solidFill>
              <a:srgbClr val="008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ข้อดี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ฟรี 100% ไม่มีค่าใช้จ่ายรายเดือน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66420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642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ใช้มือถือที่มีอยู่แล้ว ไม่ต้องซื้ออุปกรณ์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2093976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939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บันทึกเวลาและรูปภาพ Evidence อัตโนมัติ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52374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237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คำนวณ OT / วันหยุด / นักขัตฤกษ์ อัตโนมัติ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953512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53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ข้อมูลเก็บใน Google Sheet ดูได้ทุกที่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38328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83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รองรับ 5 ภาษา (ไทย ลาว พม่า เขมร อังกฤษ)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3813048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130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ตรวจสอบย้อนหลังได้ทุกเวลา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7772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ข้อจำกัด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2344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พนักงานต้องมีมือถือส่วนตัว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66420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642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ต้องมีอินเตอร์เน็ต (WiFi หรือ Data)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093976"/>
            <a:ext cx="420624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939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ต้องใช้ Chrome/Safari ไม่ใช่ LINE Browser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52374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5237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พนักงานต้องมีบัญชี 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953512"/>
            <a:ext cx="420624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535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ถ้า 30+ คน Check In พร้อมกัน อาจช้านิดหน่อย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38328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383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Apps Script ฟรีมี Limit 20,000 calls/วัน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ผลลัพธ์ที่คาดหวัง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8288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ลดต้นทุน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ไม่มีค่าระบบ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ประหยัดเวลาคำนวณ 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1168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8288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ข้อมูลแม่นยำ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บันทึก 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ลดข้อผิดพลาด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201168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8288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ตรวจสอบได้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รูปภาพ 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ทุก Check 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822960"/>
            <a:ext cx="201168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6812280" y="1737360"/>
            <a:ext cx="18288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รวดเร็ว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ไม่เกิน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วินาที/ครั้ง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บันทึกชั่วโมงทำงาน   →   Phase 2 (อนาคต): คำนวณ Job Cost อัตโนมัติ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2026-05-04T16:02:14Z</dcterms:created>
  <dcterms:modified xsi:type="dcterms:W3CDTF">2026-05-04T16:02:14Z</dcterms:modified>
</cp:coreProperties>
</file>